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ora Light"/>
      <p:regular r:id="rId201314"/>
    </p:embeddedFont>
    <p:embeddedFont>
      <p:font typeface="Sora"/>
      <p:regular r:id="rId201315"/>
    </p:embeddedFont>
    <p:embeddedFont>
      <p:font typeface="Sora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docker.com/products/docker-desktop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97979"/>
            <a:ext cx="10927878" cy="51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What is Docker?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08" y="1294011"/>
            <a:ext cx="1153746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Docker packages applications with their dependencies into portable containers so deployments are consistent across environments.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953" y="1686421"/>
            <a:ext cx="10837790" cy="4673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6245" y="5465536"/>
            <a:ext cx="2587971" cy="323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Run Container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406245" y="4383673"/>
            <a:ext cx="2976414" cy="323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Include Dependencies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06245" y="3312738"/>
            <a:ext cx="2587971" cy="323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Build Image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06245" y="2230875"/>
            <a:ext cx="2587971" cy="323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Write Dockerfile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480641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Installing &amp; Setting Up Docker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525812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Download Docker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31908" y="3003153"/>
            <a:ext cx="5243679" cy="1281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Visit </a:t>
            </a:r>
            <a:pPr algn="l" marL="284480" indent="-28448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00" b="1" u="sng" dirty="0">
                <a:solidFill>
                  <a:srgbClr val="DA1B2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https://www.docker.com/products/docker-desktop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Download Docker Desktop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Run the installer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22457" y="2525812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Verify Installation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22457" y="3003153"/>
            <a:ext cx="524367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After installation, open terminal/command prompt and run: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2457" y="3784104"/>
            <a:ext cx="5243679" cy="938808"/>
          </a:xfrm>
          <a:prstGeom prst="roundRect">
            <a:avLst>
              <a:gd name="adj" fmla="val 807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539047" y="3964583"/>
            <a:ext cx="4810501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hello-world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2457" y="4926013"/>
            <a:ext cx="585326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confirms Docker is properly installed and working.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1922264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CI/CD Pipeline &amp; Security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1908" y="2967434"/>
            <a:ext cx="2957736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Docker Commands in Pipeline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31908" y="3860502"/>
            <a:ext cx="2957736" cy="1012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login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36515" y="2967434"/>
            <a:ext cx="2957736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Security Checklist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036515" y="3504208"/>
            <a:ext cx="2957736" cy="992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 official images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Keep images updated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Avoid running as root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808857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End-to-End Deployment Example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763838"/>
            <a:ext cx="361048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1908" y="3045123"/>
            <a:ext cx="3522277" cy="254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5" name="Text 3"/>
          <p:cNvSpPr/>
          <p:nvPr/>
        </p:nvSpPr>
        <p:spPr>
          <a:xfrm>
            <a:off x="631908" y="3186113"/>
            <a:ext cx="352227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Build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31908" y="3686076"/>
            <a:ext cx="3522277" cy="649883"/>
          </a:xfrm>
          <a:prstGeom prst="roundRect">
            <a:avLst>
              <a:gd name="adj" fmla="val 11668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48498" y="3866555"/>
            <a:ext cx="3089099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my-app:1.0 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34660" y="2763838"/>
            <a:ext cx="361048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4660" y="3045123"/>
            <a:ext cx="3522277" cy="254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0" name="Text 8"/>
          <p:cNvSpPr/>
          <p:nvPr/>
        </p:nvSpPr>
        <p:spPr>
          <a:xfrm>
            <a:off x="4334660" y="3186113"/>
            <a:ext cx="352227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Run locally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4334660" y="3686076"/>
            <a:ext cx="3522277" cy="938808"/>
          </a:xfrm>
          <a:prstGeom prst="roundRect">
            <a:avLst>
              <a:gd name="adj" fmla="val 8077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4551249" y="3866555"/>
            <a:ext cx="308909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3000:3000 --name my-app my-app:1.0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37411" y="2763838"/>
            <a:ext cx="361048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37411" y="3045123"/>
            <a:ext cx="3522376" cy="254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5" name="Text 13"/>
          <p:cNvSpPr/>
          <p:nvPr/>
        </p:nvSpPr>
        <p:spPr>
          <a:xfrm>
            <a:off x="8037411" y="3186113"/>
            <a:ext cx="3522376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Deploy to server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8037411" y="3686076"/>
            <a:ext cx="3522376" cy="1227733"/>
          </a:xfrm>
          <a:prstGeom prst="roundRect">
            <a:avLst>
              <a:gd name="adj" fmla="val 6176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8254000" y="3866555"/>
            <a:ext cx="3089198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username/my-app:1.0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3000:3000 username/my-app:1.0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941016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Docker Compose &amp; Orchestration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986187"/>
            <a:ext cx="547098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Overview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31908" y="3463528"/>
            <a:ext cx="547098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Docker Compose simplifies local development by keeping multi-container services consistent across environments.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49762" y="2986187"/>
            <a:ext cx="5016275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Common Commands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549762" y="3486150"/>
            <a:ext cx="5016275" cy="1227733"/>
          </a:xfrm>
          <a:prstGeom prst="roundRect">
            <a:avLst>
              <a:gd name="adj" fmla="val 6176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766351" y="3666629"/>
            <a:ext cx="458309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866577"/>
            <a:ext cx="10927878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Docker Architecture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815505"/>
            <a:ext cx="7062611" cy="39728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41389" y="1792883"/>
            <a:ext cx="342464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Key Components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141389" y="2270224"/>
            <a:ext cx="3424648" cy="301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Docker Client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- CLI users use to send commands to the Docker Daemon.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Docker Daemon/Engine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- Core host service that manages containers, images, networks, and volumes.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Docker Containers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- Lightweight, isolated runtime instances created from images.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2085479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Port Mapping &amp; Networking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3130649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Port Mapping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31908" y="3630613"/>
            <a:ext cx="5243679" cy="649883"/>
          </a:xfrm>
          <a:prstGeom prst="roundRect">
            <a:avLst>
              <a:gd name="adj" fmla="val 1166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48498" y="3811091"/>
            <a:ext cx="5420085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3000:3000 --name my-app my-app:1.0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22457" y="3130649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Networking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6322457" y="3630613"/>
            <a:ext cx="5243679" cy="938808"/>
          </a:xfrm>
          <a:prstGeom prst="roundRect">
            <a:avLst>
              <a:gd name="adj" fmla="val 807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539047" y="3811091"/>
            <a:ext cx="4810501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create app-network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inspect app-network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96491"/>
            <a:ext cx="10927878" cy="584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Dockerfile to Container Lifecycle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31908" y="1518345"/>
            <a:ext cx="4792642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Process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2007394"/>
            <a:ext cx="4792642" cy="1734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3784" y="3314833"/>
            <a:ext cx="1263683" cy="157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Run Container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83784" y="2791905"/>
            <a:ext cx="126368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Build Image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983784" y="2263641"/>
            <a:ext cx="126368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Dockerfile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64475" y="1518345"/>
            <a:ext cx="5701562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Key Information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864475" y="1985566"/>
            <a:ext cx="5701562" cy="84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Dockerfile defines the environment and dependencies. Docker builds it into an image. The image is then run as an isolated container.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864475" y="3072904"/>
            <a:ext cx="5701562" cy="19050"/>
          </a:xfrm>
          <a:prstGeom prst="roundRect">
            <a:avLst>
              <a:gd name="adj" fmla="val 49999"/>
            </a:avLst>
          </a:prstGeom>
          <a:solidFill>
            <a:srgbClr val="3B3535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864475" y="3333055"/>
            <a:ext cx="5701562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Example Node.js Dockerfile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864475" y="3822105"/>
            <a:ext cx="5701562" cy="2345234"/>
          </a:xfrm>
          <a:prstGeom prst="roundRect">
            <a:avLst>
              <a:gd name="adj" fmla="val 3183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/>
          <p:nvPr/>
        </p:nvSpPr>
        <p:spPr>
          <a:xfrm>
            <a:off x="6077691" y="3999805"/>
            <a:ext cx="5275131" cy="1989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install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["npm", "start"]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981200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Essential Docker Commands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3026370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Build, Inspect &amp; Run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31908" y="3503712"/>
            <a:ext cx="5243679" cy="1210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my-app:1.0 .</a:t>
            </a:r>
            <a:endParaRPr lang="en-US" sz="14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3000:3000 --name my-app my-app:1.0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22457" y="3026370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Manage &amp; Debug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22457" y="3503712"/>
            <a:ext cx="5243679" cy="1210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my-app</a:t>
            </a:r>
            <a:endParaRPr lang="en-US" sz="14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my-app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my-app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1642666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Problems Docker Solves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31908" y="2507357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8574" y="2565995"/>
            <a:ext cx="576932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Works on my machine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no environment drift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31908" y="3274616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8574" y="3333254"/>
            <a:ext cx="576932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Dependency conflicts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isolate app libraries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1908" y="4041874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18574" y="4100513"/>
            <a:ext cx="576932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Portability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run anywhere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1908" y="4809133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18574" y="4867771"/>
            <a:ext cx="576932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Repeatable deployments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CI/CD ready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DA1B2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2026-09-02T08:42:05Z</dcterms:created>
  <dcterms:modified xsi:type="dcterms:W3CDTF">2026-09-02T08:42:05Z</dcterms:modified>
</cp:coreProperties>
</file>